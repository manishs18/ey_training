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DM Sans Thin"/>
      <p:regular r:id="rId201314"/>
    </p:embeddedFont>
    <p:embeddedFont>
      <p:font typeface="DM Sans ExtraLight"/>
      <p:regular r:id="rId201315"/>
    </p:embeddedFont>
    <p:embeddedFont>
      <p:font typeface="DM Sans Light"/>
      <p:regular r:id="rId201316"/>
    </p:embeddedFont>
    <p:embeddedFont>
      <p:font typeface="DM Sans"/>
      <p:regular r:id="rId201317"/>
    </p:embeddedFont>
    <p:embeddedFont>
      <p:font typeface="DM Sans Medium"/>
      <p:regular r:id="rId201318"/>
    </p:embeddedFont>
    <p:embeddedFont>
      <p:font typeface="DM Sans SemiBold"/>
      <p:regular r:id="rId201319"/>
    </p:embeddedFont>
    <p:embeddedFont>
      <p:font typeface="DM Sans Bold"/>
      <p:regular r:id="rId201320"/>
    </p:embeddedFont>
    <p:embeddedFont>
      <p:font typeface="DM Sans ExtraBold"/>
      <p:regular r:id="rId201321"/>
    </p:embeddedFont>
    <p:embeddedFont>
      <p:font typeface="DM Sans Black"/>
      <p:regular r:id="rId201322"/>
    </p:embeddedFont>
    <p:embeddedFont>
      <p:font typeface="Inter Medium"/>
      <p:regular r:id="rId201323"/>
    </p:embeddedFont>
    <p:embeddedFont>
      <p:font typeface="Inter Light"/>
      <p:regular r:id="rId201324"/>
    </p:embeddedFont>
    <p:embeddedFont>
      <p:font typeface="Inter Thin"/>
      <p:regular r:id="rId201325"/>
    </p:embeddedFont>
    <p:embeddedFont>
      <p:font typeface="Inter ExtraLight"/>
      <p:regular r:id="rId201326"/>
    </p:embeddedFont>
    <p:embeddedFont>
      <p:font typeface="Inter SemiBold"/>
      <p:regular r:id="rId201327"/>
    </p:embeddedFont>
    <p:embeddedFont>
      <p:font typeface="Inter Bold"/>
      <p:regular r:id="rId201328"/>
    </p:embeddedFont>
    <p:embeddedFont>
      <p:font typeface="Inter ExtraBold"/>
      <p:regular r:id="rId201329"/>
    </p:embeddedFont>
    <p:embeddedFont>
      <p:font typeface="Inter"/>
      <p:regular r:id="rId201330"/>
    </p:embeddedFont>
    <p:embeddedFont>
      <p:font typeface="Inter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457423"/>
            <a:ext cx="8151763" cy="4081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932557"/>
            <a:ext cx="8151763" cy="408161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07691"/>
            <a:ext cx="8151763" cy="40816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882825"/>
            <a:ext cx="8151763" cy="40816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357958"/>
            <a:ext cx="8151763" cy="408161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2833092"/>
            <a:ext cx="8151763" cy="408161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3308226"/>
            <a:ext cx="8151763" cy="408161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119" y="3783360"/>
            <a:ext cx="8151763" cy="408161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119" y="4258494"/>
            <a:ext cx="8151763" cy="4081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0273"/>
            <a:ext cx="424086" cy="182761"/>
          </a:xfrm>
          <a:prstGeom prst="roundRect">
            <a:avLst>
              <a:gd name="adj" fmla="val 6981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ac9ef5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59891" y="432122"/>
            <a:ext cx="75374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6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973336" y="400273"/>
            <a:ext cx="569342" cy="182761"/>
          </a:xfrm>
          <a:prstGeom prst="roundRect">
            <a:avLst>
              <a:gd name="adj" fmla="val 6981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ac9ef5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37109" y="432122"/>
            <a:ext cx="898996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6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96119" y="614883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NutriGuard User Journey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496119" y="1066726"/>
            <a:ext cx="8151763" cy="387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 </a:t>
            </a:r>
            <a:pPr algn="l" indent="0" marL="0">
              <a:lnSpc>
                <a:spcPct val="117000"/>
              </a:lnSpc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Receive personalized AI nutrition guidance</a:t>
            </a:r>
            <a:endParaRPr lang="en-US" sz="8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complete flow shows how a user moves from first visit to ongoing daily progress.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641" y="1543720"/>
            <a:ext cx="7890644" cy="29609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02209" y="3785861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Upload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502299" y="3785861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Profile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010540" y="3785861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Login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518781" y="3785861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Sign Up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94415" y="3785861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Landing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96119" y="4594324"/>
            <a:ext cx="86089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Emotions progression: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Curious → Excited → Comfortable → Curious → Satisfied → Motivated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24185"/>
            <a:ext cx="588318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ac9ef5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81174" y="666676"/>
            <a:ext cx="87540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155278" y="624185"/>
            <a:ext cx="988665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ac9ef5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40334" y="666676"/>
            <a:ext cx="127575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96119" y="94729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User Registration</a:t>
            </a:r>
            <a:endParaRPr lang="en-US" sz="2750" dirty="0"/>
          </a:p>
        </p:txBody>
      </p:sp>
      <p:sp>
        <p:nvSpPr>
          <p:cNvPr id="7" name="Text 5"/>
          <p:cNvSpPr/>
          <p:nvPr/>
        </p:nvSpPr>
        <p:spPr>
          <a:xfrm>
            <a:off x="496119" y="1602879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Goal:</a:t>
            </a:r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Create account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Emotion: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Curious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6119" y="2517204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User Actions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6119" y="2880420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app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 Up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 Name, Email, Password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Account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49701" y="2517204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System Process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49701" y="2880420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Encrypt password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in PostgreSQL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49701" y="380174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Output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49701" y="4164955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 created successfully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3576"/>
            <a:ext cx="506313" cy="218033"/>
          </a:xfrm>
          <a:prstGeom prst="roundRect">
            <a:avLst>
              <a:gd name="adj" fmla="val 6705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ac9ef5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9193" y="430113"/>
            <a:ext cx="817364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1063303" y="393576"/>
            <a:ext cx="445219" cy="218033"/>
          </a:xfrm>
          <a:prstGeom prst="roundRect">
            <a:avLst>
              <a:gd name="adj" fmla="val 6705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ac9ef5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36377" y="430113"/>
            <a:ext cx="756270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96119" y="653430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User Login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496119" y="1191146"/>
            <a:ext cx="8151763" cy="48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Goal:</a:t>
            </a:r>
            <a:pPr algn="l" indent="0" marL="0">
              <a:lnSpc>
                <a:spcPct val="124000"/>
              </a:lnSpc>
              <a:spcAft>
                <a:spcPts val="900"/>
              </a:spcAft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Access dashboard</a:t>
            </a:r>
            <a:endParaRPr lang="en-US" sz="9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Emotion: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Comfortable</a:t>
            </a:r>
            <a:endParaRPr lang="en-US" sz="9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641" y="1788988"/>
            <a:ext cx="7890644" cy="29609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02209" y="4031130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Session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502299" y="4031130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Verify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010540" y="4031130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Login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518781" y="4031130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Password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94415" y="4031130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Email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02345"/>
            <a:ext cx="592410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ac9ef5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81174" y="944835"/>
            <a:ext cx="87950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159371" y="902345"/>
            <a:ext cx="631701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ac9ef5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44426" y="944835"/>
            <a:ext cx="91879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96119" y="122545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Profile Creation</a:t>
            </a:r>
            <a:endParaRPr lang="en-US" sz="2750" dirty="0"/>
          </a:p>
        </p:txBody>
      </p:sp>
      <p:sp>
        <p:nvSpPr>
          <p:cNvPr id="7" name="Text 5"/>
          <p:cNvSpPr/>
          <p:nvPr/>
        </p:nvSpPr>
        <p:spPr>
          <a:xfrm>
            <a:off x="496119" y="1881039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Goal:</a:t>
            </a:r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Get personalized recommendations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Emotion: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Hopeful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6119" y="270673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Inputs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6119" y="314079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Age, Height, Weight, Gender, Activity Level, Goals, Deficiencies, Medical Conditions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6119" y="3580209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System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401426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profile → Build AI personalization context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4841"/>
            <a:ext cx="467246" cy="197644"/>
          </a:xfrm>
          <a:prstGeom prst="roundRect">
            <a:avLst>
              <a:gd name="adj" fmla="val 6859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ac9ef5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3835" y="428699"/>
            <a:ext cx="789012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1019845" y="394841"/>
            <a:ext cx="868114" cy="197644"/>
          </a:xfrm>
          <a:prstGeom prst="roundRect">
            <a:avLst>
              <a:gd name="adj" fmla="val 6859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ac9ef5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87562" y="428699"/>
            <a:ext cx="1189881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REPORT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96119" y="628427"/>
            <a:ext cx="8151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Health Report Upload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96119" y="1116360"/>
            <a:ext cx="8151763" cy="425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Goal:</a:t>
            </a:r>
            <a:pPr algn="l" indent="0" marL="0">
              <a:lnSpc>
                <a:spcPct val="120000"/>
              </a:lnSpc>
              <a:spcAft>
                <a:spcPts val="750"/>
              </a:spcAft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AI understands medical history</a:t>
            </a:r>
            <a:endParaRPr lang="en-US" sz="8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Emotion: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Curious</a:t>
            </a:r>
            <a:endParaRPr lang="en-US" sz="8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8100" y="1643509"/>
            <a:ext cx="4787801" cy="28415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10481" y="3825965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Send to AI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010581" y="3825965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Analyze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486226" y="3825965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Upload PDF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6119" y="4586288"/>
            <a:ext cx="860896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Output: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Deficiencies, health conditions, risk factors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14511"/>
            <a:ext cx="589434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ac9ef5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81174" y="657002"/>
            <a:ext cx="87652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156395" y="614511"/>
            <a:ext cx="1031825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ac9ef5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41450" y="657002"/>
            <a:ext cx="131891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MEAL LOGGING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96119" y="93761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Meal Logging</a:t>
            </a:r>
            <a:endParaRPr lang="en-US" sz="2750" dirty="0"/>
          </a:p>
        </p:txBody>
      </p:sp>
      <p:sp>
        <p:nvSpPr>
          <p:cNvPr id="7" name="Text 5"/>
          <p:cNvSpPr/>
          <p:nvPr/>
        </p:nvSpPr>
        <p:spPr>
          <a:xfrm>
            <a:off x="496119" y="1593205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Goal:</a:t>
            </a:r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Track nutrition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Emotion: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Responsible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6119" y="250753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User Actions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6119" y="2870746"/>
            <a:ext cx="3902943" cy="1608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Breakfast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Lunch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Dinner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Snacks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Water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Supplements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49701" y="250753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System &amp; AI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49701" y="2870746"/>
            <a:ext cx="3902943" cy="58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meals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 calories, protein, carbs, fats and micronutrients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291480" cy="110430"/>
          </a:xfrm>
          <a:prstGeom prst="roundRect">
            <a:avLst>
              <a:gd name="adj" fmla="val 7703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ac9ef5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8609" y="411063"/>
            <a:ext cx="663699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7</a:t>
            </a:r>
            <a:endParaRPr lang="en-US" sz="400" dirty="0"/>
          </a:p>
        </p:txBody>
      </p:sp>
      <p:sp>
        <p:nvSpPr>
          <p:cNvPr id="4" name="Shape 2"/>
          <p:cNvSpPr/>
          <p:nvPr/>
        </p:nvSpPr>
        <p:spPr>
          <a:xfrm>
            <a:off x="823020" y="389855"/>
            <a:ext cx="432420" cy="110430"/>
          </a:xfrm>
          <a:prstGeom prst="roundRect">
            <a:avLst>
              <a:gd name="adj" fmla="val 7703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ac9ef5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5510" y="411063"/>
            <a:ext cx="804639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ANALYSIS</a:t>
            </a:r>
            <a:endParaRPr lang="en-US" sz="400" dirty="0"/>
          </a:p>
        </p:txBody>
      </p:sp>
      <p:sp>
        <p:nvSpPr>
          <p:cNvPr id="6" name="Text 4"/>
          <p:cNvSpPr/>
          <p:nvPr/>
        </p:nvSpPr>
        <p:spPr>
          <a:xfrm>
            <a:off x="496119" y="514424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AI Nutrition Analysis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789012"/>
            <a:ext cx="8151763" cy="20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Goal: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Receive recommendations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Emotion: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Excited</a:t>
            </a:r>
            <a:endParaRPr lang="en-US" sz="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2291" y="1038746"/>
            <a:ext cx="5579343" cy="44289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063292" y="2889468"/>
            <a:ext cx="1002649" cy="687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AI Nutrition Analysis Flow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49638" y="1509679"/>
            <a:ext cx="1491619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Meal Logs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49638" y="1804156"/>
            <a:ext cx="1491619" cy="275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User-entered daily meals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563393" y="1509679"/>
            <a:ext cx="1491619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Nutrition Report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563393" y="1804156"/>
            <a:ext cx="1491619" cy="275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Score, deficiencies, suggestions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563393" y="4419808"/>
            <a:ext cx="1491619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AI Orchestrator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563393" y="4714285"/>
            <a:ext cx="1491619" cy="275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Aggregates and normalizes data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049638" y="4488587"/>
            <a:ext cx="1491619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Medical Report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049638" y="4783064"/>
            <a:ext cx="1491619" cy="13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 history &amp; labs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587645" y="2944364"/>
            <a:ext cx="1524226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Health Profile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587645" y="3238841"/>
            <a:ext cx="1524226" cy="275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Demographics &amp; goals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2017235" y="2952516"/>
            <a:ext cx="1524226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Gemini AI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2017235" y="3246993"/>
            <a:ext cx="1524226" cy="275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analysis &amp; insights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96119" y="550753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Output: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Nutrition score, deficiencies, meal suggestions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0783"/>
            <a:ext cx="534144" cy="233660"/>
          </a:xfrm>
          <a:prstGeom prst="roundRect">
            <a:avLst>
              <a:gd name="adj" fmla="val 6598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ac9ef5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73137" y="469255"/>
            <a:ext cx="837307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0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8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094482" y="430783"/>
            <a:ext cx="791468" cy="233660"/>
          </a:xfrm>
          <a:prstGeom prst="roundRect">
            <a:avLst>
              <a:gd name="adj" fmla="val 6598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ac9ef5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71501" y="469255"/>
            <a:ext cx="1094631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0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96119" y="710952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Dashboard &amp; Daily Progress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96119" y="1286991"/>
            <a:ext cx="8151763" cy="522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Goal:</a:t>
            </a:r>
            <a:pPr algn="l" indent="0" marL="0">
              <a:lnSpc>
                <a:spcPct val="127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Monitor progress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Emotion: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Happy and Motivated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6119" y="2005013"/>
            <a:ext cx="4003104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Calories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496119" y="2580456"/>
            <a:ext cx="400310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Calories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96119" y="2850952"/>
            <a:ext cx="400310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intake tracking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44703" y="2005013"/>
            <a:ext cx="4003179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Protein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4644703" y="2580456"/>
            <a:ext cx="400317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Protein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44703" y="2850952"/>
            <a:ext cx="400317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Macro monitoring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6119" y="3343945"/>
            <a:ext cx="4003104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Water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496119" y="3919389"/>
            <a:ext cx="400310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Water Intake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6119" y="4189884"/>
            <a:ext cx="400310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Hydration progress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44703" y="3343945"/>
            <a:ext cx="4003179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Score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4644703" y="3919389"/>
            <a:ext cx="400317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Nutrition Score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644703" y="4189884"/>
            <a:ext cx="400317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guidance summary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6119" y="4516785"/>
            <a:ext cx="86089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Dashboard displays: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Calories, Protein, Water Intake, Nutrition Score, Timeline, AI 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83927"/>
            <a:ext cx="589434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ac9ef5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81174" y="626418"/>
            <a:ext cx="87652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9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156395" y="583927"/>
            <a:ext cx="706338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ac9ef5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41450" y="626418"/>
            <a:ext cx="99342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96119" y="90703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User Success Journey</a:t>
            </a:r>
            <a:endParaRPr lang="en-US" sz="27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62621"/>
            <a:ext cx="8151763" cy="2157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4863" y="2291958"/>
            <a:ext cx="1232236" cy="22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Registration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24863" y="2575349"/>
            <a:ext cx="1232236" cy="353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 created — Curious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536915" y="2353736"/>
            <a:ext cx="1232236" cy="22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Profile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2536915" y="2637127"/>
            <a:ext cx="1232236" cy="353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profile — Hopeful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948967" y="2291958"/>
            <a:ext cx="1232236" cy="22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Report Upload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948967" y="2575349"/>
            <a:ext cx="1232236" cy="353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analysis begins — Curious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61019" y="2353736"/>
            <a:ext cx="1232236" cy="22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Meal Logging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361019" y="2637127"/>
            <a:ext cx="1232236" cy="353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Nutrition tracking — Responsible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780916" y="2291958"/>
            <a:ext cx="1232236" cy="441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Recommendations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780916" y="2795983"/>
            <a:ext cx="1232236" cy="353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food choices — Excited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96119" y="3879131"/>
            <a:ext cx="8151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Progression: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Registration (Curious) → Account Created | Profile (Hopeful) → Personalized Profile | Report Upload (Curious) → AI Analysis | Meal Logging (Responsible) → Nutrition Tracking | Recommendations (Excited) → Better Food Choices | Dashboard (Motivated) → Healthy Lifestyle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2026-07-07T05:50:36Z</dcterms:created>
  <dcterms:modified xsi:type="dcterms:W3CDTF">2026-07-07T05:50:36Z</dcterms:modified>
</cp:coreProperties>
</file>